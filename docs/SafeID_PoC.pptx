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89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Pereira" userId="202e2cf3b7315456" providerId="LiveId" clId="{D0F7B2F3-D6DB-41D4-97F6-6793EB2BC087}"/>
    <pc:docChg chg="undo redo custSel modSld">
      <pc:chgData name="Matheus Pereira" userId="202e2cf3b7315456" providerId="LiveId" clId="{D0F7B2F3-D6DB-41D4-97F6-6793EB2BC087}" dt="2026-05-11T21:29:58.857" v="36" actId="478"/>
      <pc:docMkLst>
        <pc:docMk/>
      </pc:docMkLst>
      <pc:sldChg chg="delSp modSp mod">
        <pc:chgData name="Matheus Pereira" userId="202e2cf3b7315456" providerId="LiveId" clId="{D0F7B2F3-D6DB-41D4-97F6-6793EB2BC087}" dt="2026-05-11T21:29:58.857" v="36" actId="478"/>
        <pc:sldMkLst>
          <pc:docMk/>
          <pc:sldMk cId="0" sldId="257"/>
        </pc:sldMkLst>
        <pc:spChg chg="mod">
          <ac:chgData name="Matheus Pereira" userId="202e2cf3b7315456" providerId="LiveId" clId="{D0F7B2F3-D6DB-41D4-97F6-6793EB2BC087}" dt="2026-05-11T20:59:57.280" v="29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59:56.202" v="27" actId="1410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59:56.671" v="28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59:59.600" v="33" actId="1410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1:00:05.422" v="35" actId="1410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48:43.179" v="11" actId="14100"/>
          <ac:spMkLst>
            <pc:docMk/>
            <pc:sldMk cId="0" sldId="257"/>
            <ac:spMk id="29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48:49.325" v="12" actId="14100"/>
          <ac:spMkLst>
            <pc:docMk/>
            <pc:sldMk cId="0" sldId="257"/>
            <ac:spMk id="30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59:58.436" v="31" actId="14100"/>
          <ac:spMkLst>
            <pc:docMk/>
            <pc:sldMk cId="0" sldId="257"/>
            <ac:spMk id="31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47:34.282" v="1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48:04.477" v="6" actId="14100"/>
          <ac:spMkLst>
            <pc:docMk/>
            <pc:sldMk cId="0" sldId="257"/>
            <ac:spMk id="37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47:54.033" v="4" actId="14100"/>
          <ac:spMkLst>
            <pc:docMk/>
            <pc:sldMk cId="0" sldId="257"/>
            <ac:spMk id="38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59:58.998" v="32" actId="14100"/>
          <ac:spMkLst>
            <pc:docMk/>
            <pc:sldMk cId="0" sldId="257"/>
            <ac:spMk id="45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59:55.296" v="25" actId="14100"/>
          <ac:spMkLst>
            <pc:docMk/>
            <pc:sldMk cId="0" sldId="257"/>
            <ac:spMk id="48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59:57.842" v="30" actId="14100"/>
          <ac:spMkLst>
            <pc:docMk/>
            <pc:sldMk cId="0" sldId="257"/>
            <ac:spMk id="49" creationId="{00000000-0000-0000-0000-000000000000}"/>
          </ac:spMkLst>
        </pc:spChg>
        <pc:spChg chg="mod">
          <ac:chgData name="Matheus Pereira" userId="202e2cf3b7315456" providerId="LiveId" clId="{D0F7B2F3-D6DB-41D4-97F6-6793EB2BC087}" dt="2026-05-11T20:59:55.749" v="26" actId="14100"/>
          <ac:spMkLst>
            <pc:docMk/>
            <pc:sldMk cId="0" sldId="257"/>
            <ac:spMk id="50" creationId="{00000000-0000-0000-0000-000000000000}"/>
          </ac:spMkLst>
        </pc:spChg>
        <pc:spChg chg="del">
          <ac:chgData name="Matheus Pereira" userId="202e2cf3b7315456" providerId="LiveId" clId="{D0F7B2F3-D6DB-41D4-97F6-6793EB2BC087}" dt="2026-05-11T21:29:58.857" v="36" actId="478"/>
          <ac:spMkLst>
            <pc:docMk/>
            <pc:sldMk cId="0" sldId="257"/>
            <ac:spMk id="53" creationId="{00000000-0000-0000-0000-000000000000}"/>
          </ac:spMkLst>
        </pc:spChg>
        <pc:picChg chg="mod">
          <ac:chgData name="Matheus Pereira" userId="202e2cf3b7315456" providerId="LiveId" clId="{D0F7B2F3-D6DB-41D4-97F6-6793EB2BC087}" dt="2026-05-11T20:48:54.063" v="13" actId="1076"/>
          <ac:picMkLst>
            <pc:docMk/>
            <pc:sldMk cId="0" sldId="257"/>
            <ac:picMk id="28" creationId="{00000000-0000-0000-0000-000000000000}"/>
          </ac:picMkLst>
        </pc:picChg>
        <pc:picChg chg="mod">
          <ac:chgData name="Matheus Pereira" userId="202e2cf3b7315456" providerId="LiveId" clId="{D0F7B2F3-D6DB-41D4-97F6-6793EB2BC087}" dt="2026-05-11T20:47:59.466" v="5" actId="1076"/>
          <ac:picMkLst>
            <pc:docMk/>
            <pc:sldMk cId="0" sldId="257"/>
            <ac:picMk id="3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50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474720" cy="347472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132320" y="2743200"/>
            <a:ext cx="2926080" cy="292608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680960" y="2194560"/>
            <a:ext cx="1828800" cy="1828800"/>
          </a:xfrm>
          <a:prstGeom prst="ellipse">
            <a:avLst/>
          </a:prstGeom>
          <a:solidFill>
            <a:srgbClr val="00B4D8">
              <a:alpha val="15000"/>
            </a:srgbClr>
          </a:solidFill>
          <a:ln w="9525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114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417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SafeID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02920" y="24871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Conceito — Proof of Concept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2907792"/>
            <a:ext cx="38404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02920" y="3090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Antônio  •  Kelvyn Milu  •  Lucas Vieira  •  Matheus Pereira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511296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02920" y="35112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PI1A5 — 2026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0" y="46634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EAAC3"/>
                </a:solidFill>
              </a:rPr>
              <a:t>Integração ponta a ponta das tecnologias selecionadas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8016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18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IMPLANTAÇÃO — PoC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49808" y="438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SafeID  |  Integração ponta a ponta  |  PI1A5 —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28016" y="795528"/>
            <a:ext cx="8887968" cy="713232"/>
          </a:xfrm>
          <a:prstGeom prst="roundRect">
            <a:avLst>
              <a:gd name="adj" fmla="val 15385"/>
            </a:avLst>
          </a:prstGeom>
          <a:solidFill>
            <a:srgbClr val="2D4A5F">
              <a:alpha val="12000"/>
            </a:srgbClr>
          </a:solidFill>
          <a:ln w="9525">
            <a:solidFill>
              <a:srgbClr val="2D4A5F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237744" y="841248"/>
            <a:ext cx="8668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D4A5F"/>
                </a:solidFill>
              </a:rPr>
              <a:t>DISPOSITIVO DO USUÁRIO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28016" y="1572768"/>
            <a:ext cx="4206240" cy="713232"/>
          </a:xfrm>
          <a:prstGeom prst="roundRect">
            <a:avLst>
              <a:gd name="adj" fmla="val 15385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37744" y="161848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B4D8"/>
                </a:solidFill>
              </a:rPr>
              <a:t>FRONTEND  ·  Vercel / Netlify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407408" y="1572768"/>
            <a:ext cx="4608576" cy="713232"/>
          </a:xfrm>
          <a:prstGeom prst="roundRect">
            <a:avLst>
              <a:gd name="adj" fmla="val 15385"/>
            </a:avLst>
          </a:prstGeom>
          <a:solidFill>
            <a:srgbClr val="185FA5">
              <a:alpha val="12000"/>
            </a:srgbClr>
          </a:solidFill>
          <a:ln w="9525">
            <a:solidFill>
              <a:srgbClr val="185FA5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517136" y="161848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85FA5"/>
                </a:solidFill>
              </a:rPr>
              <a:t>BACKEND  ·  Railway / Render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28016" y="2350008"/>
            <a:ext cx="4206240" cy="713232"/>
          </a:xfrm>
          <a:prstGeom prst="roundRect">
            <a:avLst>
              <a:gd name="adj" fmla="val 15385"/>
            </a:avLst>
          </a:prstGeom>
          <a:solidFill>
            <a:srgbClr val="534AB7">
              <a:alpha val="12000"/>
            </a:srgbClr>
          </a:solidFill>
          <a:ln w="9525">
            <a:solidFill>
              <a:srgbClr val="534AB7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37744" y="239572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34AB7"/>
                </a:solidFill>
              </a:rPr>
              <a:t>BANCO DE DADOS  ·  PostgreSQL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407408" y="2350008"/>
            <a:ext cx="4608576" cy="713232"/>
          </a:xfrm>
          <a:prstGeom prst="roundRect">
            <a:avLst>
              <a:gd name="adj" fmla="val 15385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517136" y="23957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C3AED"/>
                </a:solidFill>
              </a:rPr>
              <a:t>IA GENERATIVA  ·  OpenAI Cloud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28016" y="3127248"/>
            <a:ext cx="8887968" cy="713232"/>
          </a:xfrm>
          <a:prstGeom prst="roundRect">
            <a:avLst>
              <a:gd name="adj" fmla="val 15385"/>
            </a:avLst>
          </a:prstGeom>
          <a:solidFill>
            <a:srgbClr val="D85A30">
              <a:alpha val="12000"/>
            </a:srgbClr>
          </a:solidFill>
          <a:ln w="9525">
            <a:solidFill>
              <a:srgbClr val="D85A3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37744" y="3172968"/>
            <a:ext cx="8668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D85A30"/>
                </a:solidFill>
              </a:rPr>
              <a:t>API PÚBLICA  ·  Have I Been Pwned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651760" y="978408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2D4A5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051560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27248" y="104241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Navegador Web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127248" y="1280160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Chrome · Firefox · Safari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01168" y="1755648"/>
            <a:ext cx="4059936" cy="475488"/>
          </a:xfrm>
          <a:prstGeom prst="roundRect">
            <a:avLst>
              <a:gd name="adj" fmla="val 15385"/>
            </a:avLst>
          </a:prstGeom>
          <a:solidFill>
            <a:srgbClr val="047857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82880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6656" y="181965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React.js + Tailwind CSS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76656" y="2057400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</a:rPr>
              <a:t>Dashboard · Login · Chat IA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152644" y="1773936"/>
            <a:ext cx="3264408" cy="498484"/>
          </a:xfrm>
          <a:prstGeom prst="roundRect">
            <a:avLst>
              <a:gd name="adj" fmla="val 15385"/>
            </a:avLst>
          </a:prstGeom>
          <a:solidFill>
            <a:srgbClr val="185FA5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0086" y="1835173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42432" y="1819656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Node.js + Express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733288" y="2057400"/>
            <a:ext cx="3118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API REST · JWT · Score Engine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01168" y="2532888"/>
            <a:ext cx="4059936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" y="2606040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76656" y="259689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 + Prisma ORM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76656" y="2834640"/>
            <a:ext cx="3493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</a:rPr>
              <a:t>Usuários · Análises · Vazamentos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152644" y="2555609"/>
            <a:ext cx="3264408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2372" y="2624328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742432" y="25968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OpenAI API (GPT)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742432" y="2834640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6FE"/>
                </a:solidFill>
              </a:rPr>
              <a:t>Score · Recomendações · Chat IA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2651760" y="3310128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D85A30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0" y="3383280"/>
            <a:ext cx="329184" cy="32918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127248" y="337413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Have I Been Pwned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3127248" y="3611880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</a:rPr>
              <a:t>GET /breachedaccount/{email}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2231136" y="1453896"/>
            <a:ext cx="9144" cy="3017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5"/>
          <p:cNvSpPr/>
          <p:nvPr/>
        </p:nvSpPr>
        <p:spPr>
          <a:xfrm>
            <a:off x="2304288" y="16047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EAAC3"/>
                </a:solidFill>
              </a:rPr>
              <a:t>HTTPS + JWT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4261104" y="1993392"/>
            <a:ext cx="836676" cy="9144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37"/>
          <p:cNvSpPr/>
          <p:nvPr/>
        </p:nvSpPr>
        <p:spPr>
          <a:xfrm>
            <a:off x="4370832" y="1828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EAAC3"/>
                </a:solidFill>
              </a:rPr>
              <a:t>REST API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6711696" y="2231136"/>
            <a:ext cx="9144" cy="30175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39"/>
          <p:cNvSpPr/>
          <p:nvPr/>
        </p:nvSpPr>
        <p:spPr>
          <a:xfrm>
            <a:off x="6784848" y="23820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EAAC3"/>
                </a:solidFill>
              </a:rPr>
              <a:t>OpenAI API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4261104" y="2770632"/>
            <a:ext cx="836676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1"/>
          <p:cNvSpPr/>
          <p:nvPr/>
        </p:nvSpPr>
        <p:spPr>
          <a:xfrm>
            <a:off x="4443984" y="2569464"/>
            <a:ext cx="1170432" cy="16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AC3"/>
                </a:solidFill>
              </a:rPr>
              <a:t>Prisma ORM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2231136" y="3008376"/>
            <a:ext cx="9144" cy="301752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43"/>
          <p:cNvSpPr/>
          <p:nvPr/>
        </p:nvSpPr>
        <p:spPr>
          <a:xfrm>
            <a:off x="2304288" y="31592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EAAC3"/>
                </a:solidFill>
              </a:rPr>
              <a:t>HIBP query</a:t>
            </a:r>
            <a:endParaRPr lang="en-US" sz="900" dirty="0"/>
          </a:p>
        </p:txBody>
      </p:sp>
      <p:sp>
        <p:nvSpPr>
          <p:cNvPr id="54" name="Text 45"/>
          <p:cNvSpPr/>
          <p:nvPr/>
        </p:nvSpPr>
        <p:spPr>
          <a:xfrm>
            <a:off x="201168" y="38953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4A5F"/>
                </a:solidFill>
              </a:rPr>
              <a:t>Legenda: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960120" y="3986784"/>
            <a:ext cx="237744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47"/>
          <p:cNvSpPr/>
          <p:nvPr/>
        </p:nvSpPr>
        <p:spPr>
          <a:xfrm>
            <a:off x="1234440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5F"/>
                </a:solidFill>
              </a:rPr>
              <a:t>HTTPS + JWT</a:t>
            </a:r>
            <a:endParaRPr lang="en-US" sz="800" dirty="0"/>
          </a:p>
        </p:txBody>
      </p:sp>
      <p:sp>
        <p:nvSpPr>
          <p:cNvPr id="57" name="Shape 48"/>
          <p:cNvSpPr/>
          <p:nvPr/>
        </p:nvSpPr>
        <p:spPr>
          <a:xfrm>
            <a:off x="2569464" y="3986784"/>
            <a:ext cx="237744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49"/>
          <p:cNvSpPr/>
          <p:nvPr/>
        </p:nvSpPr>
        <p:spPr>
          <a:xfrm>
            <a:off x="2843784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5F"/>
                </a:solidFill>
              </a:rPr>
              <a:t>REST API</a:t>
            </a:r>
            <a:endParaRPr lang="en-US" sz="800" dirty="0"/>
          </a:p>
        </p:txBody>
      </p:sp>
      <p:sp>
        <p:nvSpPr>
          <p:cNvPr id="59" name="Shape 50"/>
          <p:cNvSpPr/>
          <p:nvPr/>
        </p:nvSpPr>
        <p:spPr>
          <a:xfrm>
            <a:off x="4178808" y="3986784"/>
            <a:ext cx="237744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1"/>
          <p:cNvSpPr/>
          <p:nvPr/>
        </p:nvSpPr>
        <p:spPr>
          <a:xfrm>
            <a:off x="4453128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5F"/>
                </a:solidFill>
              </a:rPr>
              <a:t>Prisma ORM</a:t>
            </a:r>
            <a:endParaRPr lang="en-US" sz="800" dirty="0"/>
          </a:p>
        </p:txBody>
      </p:sp>
      <p:sp>
        <p:nvSpPr>
          <p:cNvPr id="61" name="Shape 52"/>
          <p:cNvSpPr/>
          <p:nvPr/>
        </p:nvSpPr>
        <p:spPr>
          <a:xfrm>
            <a:off x="5788152" y="3986784"/>
            <a:ext cx="23774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53"/>
          <p:cNvSpPr/>
          <p:nvPr/>
        </p:nvSpPr>
        <p:spPr>
          <a:xfrm>
            <a:off x="6062472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5F"/>
                </a:solidFill>
              </a:rPr>
              <a:t>OpenAI API</a:t>
            </a:r>
            <a:endParaRPr lang="en-US" sz="800" dirty="0"/>
          </a:p>
        </p:txBody>
      </p:sp>
      <p:sp>
        <p:nvSpPr>
          <p:cNvPr id="63" name="Shape 54"/>
          <p:cNvSpPr/>
          <p:nvPr/>
        </p:nvSpPr>
        <p:spPr>
          <a:xfrm>
            <a:off x="7397496" y="3986784"/>
            <a:ext cx="237744" cy="0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  <a:tailEnd type="arrow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55"/>
          <p:cNvSpPr/>
          <p:nvPr/>
        </p:nvSpPr>
        <p:spPr>
          <a:xfrm>
            <a:off x="7671816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4A5F"/>
                </a:solidFill>
              </a:rPr>
              <a:t>HIBP pública</a:t>
            </a:r>
            <a:endParaRPr lang="en-US" sz="800" dirty="0"/>
          </a:p>
        </p:txBody>
      </p:sp>
      <p:sp>
        <p:nvSpPr>
          <p:cNvPr id="65" name="Text 56"/>
          <p:cNvSpPr/>
          <p:nvPr/>
        </p:nvSpPr>
        <p:spPr>
          <a:xfrm>
            <a:off x="201168" y="4919472"/>
            <a:ext cx="8741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AC3"/>
                </a:solidFill>
              </a:rPr>
              <a:t>João Antônio  •  Kelvyn Milu  •  Lucas Vieira  •  Matheus Pereira  |  PI1A5 —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176</Words>
  <Application>Microsoft Office PowerPoint</Application>
  <PresentationFormat>Apresentação na tela (16:9)</PresentationFormat>
  <Paragraphs>39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SafeID – PoC</dc:title>
  <dc:subject>PptxGenJS Presentation</dc:subject>
  <dc:creator>PptxGenJS</dc:creator>
  <cp:lastModifiedBy>Matheus Pereira</cp:lastModifiedBy>
  <cp:revision>1</cp:revision>
  <dcterms:created xsi:type="dcterms:W3CDTF">2026-05-07T08:19:49Z</dcterms:created>
  <dcterms:modified xsi:type="dcterms:W3CDTF">2026-05-11T21:30:09Z</dcterms:modified>
</cp:coreProperties>
</file>