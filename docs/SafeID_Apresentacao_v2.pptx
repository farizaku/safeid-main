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F75E9-1280-4809-A7F7-0E3B57911744}" v="10" dt="2026-05-05T21:49:08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Pereira" userId="202e2cf3b7315456" providerId="LiveId" clId="{D0F7B2F3-D6DB-41D4-97F6-6793EB2BC087}"/>
    <pc:docChg chg="undo custSel modSld">
      <pc:chgData name="Matheus Pereira" userId="202e2cf3b7315456" providerId="LiveId" clId="{D0F7B2F3-D6DB-41D4-97F6-6793EB2BC087}" dt="2026-05-05T21:52:25.522" v="68" actId="20577"/>
      <pc:docMkLst>
        <pc:docMk/>
      </pc:docMkLst>
      <pc:sldChg chg="addSp delSp modSp mod">
        <pc:chgData name="Matheus Pereira" userId="202e2cf3b7315456" providerId="LiveId" clId="{D0F7B2F3-D6DB-41D4-97F6-6793EB2BC087}" dt="2026-05-05T21:52:25.522" v="68" actId="20577"/>
        <pc:sldMkLst>
          <pc:docMk/>
          <pc:sldMk cId="0" sldId="263"/>
        </pc:sldMkLst>
        <pc:spChg chg="mod">
          <ac:chgData name="Matheus Pereira" userId="202e2cf3b7315456" providerId="LiveId" clId="{D0F7B2F3-D6DB-41D4-97F6-6793EB2BC087}" dt="2026-05-05T21:49:48.148" v="37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theus Pereira" userId="202e2cf3b7315456" providerId="LiveId" clId="{D0F7B2F3-D6DB-41D4-97F6-6793EB2BC087}" dt="2026-05-05T21:52:25.522" v="68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theus Pereira" userId="202e2cf3b7315456" providerId="LiveId" clId="{D0F7B2F3-D6DB-41D4-97F6-6793EB2BC087}" dt="2026-05-05T21:47:34.201" v="4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atheus Pereira" userId="202e2cf3b7315456" providerId="LiveId" clId="{D0F7B2F3-D6DB-41D4-97F6-6793EB2BC087}" dt="2026-05-05T21:49:11.688" v="18" actId="20577"/>
          <ac:spMkLst>
            <pc:docMk/>
            <pc:sldMk cId="0" sldId="263"/>
            <ac:spMk id="22" creationId="{00000000-0000-0000-0000-000000000000}"/>
          </ac:spMkLst>
        </pc:spChg>
        <pc:spChg chg="add">
          <ac:chgData name="Matheus Pereira" userId="202e2cf3b7315456" providerId="LiveId" clId="{D0F7B2F3-D6DB-41D4-97F6-6793EB2BC087}" dt="2026-05-05T21:47:30.273" v="2"/>
          <ac:spMkLst>
            <pc:docMk/>
            <pc:sldMk cId="0" sldId="263"/>
            <ac:spMk id="30" creationId="{10646829-00B9-385E-C656-6FCB32F86217}"/>
          </ac:spMkLst>
        </pc:spChg>
        <pc:picChg chg="del">
          <ac:chgData name="Matheus Pereira" userId="202e2cf3b7315456" providerId="LiveId" clId="{D0F7B2F3-D6DB-41D4-97F6-6793EB2BC087}" dt="2026-05-05T21:46:51.946" v="1" actId="478"/>
          <ac:picMkLst>
            <pc:docMk/>
            <pc:sldMk cId="0" sldId="263"/>
            <ac:picMk id="21" creationId="{00000000-0000-0000-0000-000000000000}"/>
          </ac:picMkLst>
        </pc:picChg>
        <pc:picChg chg="add mod">
          <ac:chgData name="Matheus Pereira" userId="202e2cf3b7315456" providerId="LiveId" clId="{D0F7B2F3-D6DB-41D4-97F6-6793EB2BC087}" dt="2026-05-05T21:49:08.395" v="12" actId="1076"/>
          <ac:picMkLst>
            <pc:docMk/>
            <pc:sldMk cId="0" sldId="263"/>
            <ac:picMk id="1028" creationId="{F38C93F0-0D81-C48C-8779-A6F1AE7D20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350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 w="254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132320" y="-457200"/>
            <a:ext cx="2834640" cy="283464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828800" cy="18288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47472" y="2423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Monitoramento e Segurança Cibernética: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Proteção e Orientação sobre a Vulnerabilidade Digital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7472" y="3493008"/>
            <a:ext cx="4754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47472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Antônio  •  Kelvyn Milu  •  Lucas Vieira  •  Matheus Pereira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" y="4160520"/>
            <a:ext cx="137160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47472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PI1A5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2344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47472" y="12344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3560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3272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Oculta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pessoas têm dados vazados sem saber. O Brasil registrou mais de 32,8 bilhões de tentativas de ataques em 2023 (Fortinet, 2024).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54880" y="12344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754880" y="12344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4356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Global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56048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global de um vazamento atingiu US$ 4,45 milhões em 2023 — alta de 15% em 3 anos (IBM Security, 2023).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47472" y="30632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347472" y="30632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6440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3272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Reais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financeiras, roubo de contas, golpes de engenharia social e invasão de privacidade.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54880" y="30632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754880" y="30632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26440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Tardia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56048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médio de um vazamento dura 277 dias antes da conteno. Ferramentas existentes entregam dados brutos sem contexto ou orientação ao usuário leigo.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23317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28600" y="1005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60604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6908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06908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Monitor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3212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321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Pagos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95160" y="1005840"/>
            <a:ext cx="15087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99516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 ✓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444752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83464" y="144475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Dados Vazados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66090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E-mail / senha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12394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HIBP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58698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Pacotes completos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1444752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050024" y="14447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APIs integradas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103120"/>
            <a:ext cx="23317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283464" y="2103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de Risco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60604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266090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Apenas resultado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06908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12394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Sem explicação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558698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Genérica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995160" y="2103120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7050024" y="2103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Linguagem natural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8600" y="2761488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283464" y="27614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Personalizadas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60604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266090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oferece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06908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412394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oferece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53212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558698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Básicas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995160" y="2761488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7050024" y="27614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IA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419856"/>
            <a:ext cx="23317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283464" y="341985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Inteligente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60604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266090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06908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412394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53212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0"/>
          <p:cNvSpPr/>
          <p:nvPr/>
        </p:nvSpPr>
        <p:spPr>
          <a:xfrm>
            <a:off x="558698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Geralmente não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995160" y="3419856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7050024" y="34198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Chat com IA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28600" y="4078224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4"/>
          <p:cNvSpPr/>
          <p:nvPr/>
        </p:nvSpPr>
        <p:spPr>
          <a:xfrm>
            <a:off x="283464" y="407822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60604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266090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06908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8"/>
          <p:cNvSpPr/>
          <p:nvPr/>
        </p:nvSpPr>
        <p:spPr>
          <a:xfrm>
            <a:off x="412394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53212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0"/>
          <p:cNvSpPr/>
          <p:nvPr/>
        </p:nvSpPr>
        <p:spPr>
          <a:xfrm>
            <a:off x="558698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Algumas tools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995160" y="4078224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2"/>
          <p:cNvSpPr/>
          <p:nvPr/>
        </p:nvSpPr>
        <p:spPr>
          <a:xfrm>
            <a:off x="7050024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 explicado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NEGÓCIO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18872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47472" y="1188720"/>
            <a:ext cx="3977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30352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Solução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Aplicação: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Plataforma Digital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Proprietária (acadêmico e comercializável)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 e de proteção pessoal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comuns preocupados com segurança digital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26280" y="118872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526280" y="1188720"/>
            <a:ext cx="4297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0916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&amp; Tecnologia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6537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7492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Externas: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7492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 (vazamentos)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523744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7492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IA: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7492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(LLM / GPT) para processamento cognitivo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18211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492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Infraestrutura: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749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Cloud similar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84048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Interna: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7492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React • Tailwind CSS • PostgreSQL • Prisma 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PRODUTO &amp; VALOR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28346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234440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Clientes-Alvo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0624" y="1847088"/>
            <a:ext cx="256032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420624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físicas conectadas à internet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e profissionais liberais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0624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de serviços digitais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0624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que queira monitorar seus dados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18688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3218688" y="1097280"/>
            <a:ext cx="28346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23444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68496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Serviço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383280" y="1847088"/>
            <a:ext cx="256032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3383280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exposição digital com score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83280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inteligente com IA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83280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e-mails, senhas e dados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83280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e histórico de análises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81344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181344" y="1097280"/>
            <a:ext cx="28346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1234440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31152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345936" y="1847088"/>
            <a:ext cx="256032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6345936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proativa contra fraudes e golpes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345936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sobre riscos digitais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345936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simples, sem necessidade técnica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45936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Informado antes de sofrer prejuízos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6984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Usuário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1920240"/>
            <a:ext cx="237744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0292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 — Mobile First, responsivo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score de risco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do assistente inteligente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25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9592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99592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/ Lógica de Negócio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29000" y="1920240"/>
            <a:ext cx="237744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342900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42900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integrações externas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42900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 score + alertas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7220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3258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2200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92200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355080" y="1920240"/>
            <a:ext cx="237744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635508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35508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Usuários, análises, vazamentos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35508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IA e alertas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090672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6016752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INTEGRAÇÕES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47472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618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4632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seguros para sessões de usuários autenticados em todas as rotas.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18688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3218688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12618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55848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bcrypt para armazenamento seguro — senhas nunca em texto puro.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9904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12618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1696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Protegidas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27064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inputs e proteção de endpoints sensíveis da API REST.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47472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347472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29535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9264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4632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maior base de dados pública de vazamentos globais.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18688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3218688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2953512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4048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355848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(GPT) para análise cognitiva de incidentes, explicações em linguagem natural e planos de ação personalizados.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89904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6089904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4" y="2953512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11696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Deploy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27064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Docker · Git/GitHub · Postman · Prisma ORM · Cloud (Render/Railway).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TÉCNICA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70432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20040" y="1170432"/>
            <a:ext cx="4069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Necessária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1–3 Desenvolvedores Full Stack (React + Node.js + PostgreSQL)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350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1 </a:t>
            </a:r>
            <a:r>
              <a:rPr lang="en-US" sz="1200" dirty="0" err="1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r>
              <a:rPr lang="en-US" sz="120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Essenciais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Tailwind CSS · Node.js · Express · PostgreSQL · Prisma ORM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31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externas e integração com 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233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bcrypt · JWT · validação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1170432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617720" y="1170432"/>
            <a:ext cx="42062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80060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Desenvolvimento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7452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578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principal de desenvolvimento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25780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257800" y="2816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 e deploy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3009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2578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 e colaboração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01421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257800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API e endpoints</a:t>
            </a:r>
            <a:endParaRPr lang="en-US" sz="1100" dirty="0"/>
          </a:p>
        </p:txBody>
      </p:sp>
      <p:pic>
        <p:nvPicPr>
          <p:cNvPr id="1028" name="Picture 4" descr="Vercel &amp; Incentro: Seamless deployment for high-performance web apps |  Incentro">
            <a:extLst>
              <a:ext uri="{FF2B5EF4-FFF2-40B4-BE49-F238E27FC236}">
                <a16:creationId xmlns:a16="http://schemas.microsoft.com/office/drawing/2014/main" id="{F38C93F0-0D81-C48C-8779-A6F1AE7D2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11" r="71690" b="21951"/>
          <a:stretch>
            <a:fillRect/>
          </a:stretch>
        </p:blipFill>
        <p:spPr bwMode="auto">
          <a:xfrm>
            <a:off x="4723534" y="2514738"/>
            <a:ext cx="438030" cy="43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OPERACIONAL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114800" cy="219456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1615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1764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cloud para o backend (Render, Railway ou AWS)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2221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gerenciado na nuvem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2679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via cloud ou PWA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17720" y="1051560"/>
            <a:ext cx="4114800" cy="219456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617720" y="1051560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161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30952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&amp; Manutenção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00600" y="1764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uso e erros em tempo real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800600" y="2221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periódica de dependências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800600" y="2679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regular do banco de dados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74320" y="3401568"/>
            <a:ext cx="845820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274320" y="3401568"/>
            <a:ext cx="8458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para novos vazamentos detectados   •   Suporte técnico mínimo via e-mail ou chat integrado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ECONÔMICA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70432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20040" y="1170432"/>
            <a:ext cx="40233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11880" y="1261872"/>
            <a:ext cx="5943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611880" y="12618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3272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limitada de e-mails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 básico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28254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completa de uso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17720" y="1170432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617720" y="1170432"/>
            <a:ext cx="40233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909560" y="1261872"/>
            <a:ext cx="59436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7909560" y="12618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9844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30952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Premium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0060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ilimitados e tempo real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00600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análises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00600" y="28254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detalhadas da IA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2004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490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Inicial Baixo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acadêmico; cloud via free tiers (Render/Railway)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74904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Preventiva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8328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informado antes de sofrer fraudes ou golpes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7220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74904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6656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Digital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30936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Conscientização sobre segurança e boas práticas online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743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47472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Protegendo quem você é no mundo digital.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0" y="2633472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9260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926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viável técnica e economicamente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5643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34564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amplo e necessidade real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8678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74520" y="39867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LGPD e autodeterminação informativa do cidadão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47472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Antônio  •  Kelvyn Milu  •  Lucas Vieira  •  Matheus Pereira  |  PI1A5 —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859</Words>
  <Application>Microsoft Office PowerPoint</Application>
  <PresentationFormat>Apresentação na tela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SafeID - Plataforma Web de Monitoramento de Exposição Digital</dc:title>
  <dc:subject>PptxGenJS Presentation</dc:subject>
  <dc:creator>PptxGenJS</dc:creator>
  <cp:lastModifiedBy>Matheus Pereira</cp:lastModifiedBy>
  <cp:revision>1</cp:revision>
  <dcterms:created xsi:type="dcterms:W3CDTF">2026-03-10T23:25:22Z</dcterms:created>
  <dcterms:modified xsi:type="dcterms:W3CDTF">2026-05-05T21:52:26Z</dcterms:modified>
</cp:coreProperties>
</file>